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9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77" d="100"/>
          <a:sy n="77" d="100"/>
        </p:scale>
        <p:origin x="77" y="14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69" r:id="rId4"/>
    <p:sldLayoutId id="2147483655" r:id="rId5"/>
    <p:sldLayoutId id="2147483651" r:id="rId6"/>
    <p:sldLayoutId id="2147483662" r:id="rId7"/>
    <p:sldLayoutId id="2147483653" r:id="rId8"/>
    <p:sldLayoutId id="2147483663" r:id="rId9"/>
    <p:sldLayoutId id="214748366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>
            <a:normAutofit/>
          </a:bodyPr>
          <a:lstStyle/>
          <a:p>
            <a:pPr algn="ctr"/>
            <a:r>
              <a:rPr lang="en-US" altLang="zh-CN" sz="5400" i="1" dirty="0">
                <a:ln>
                  <a:solidFill>
                    <a:srgbClr val="00B0F0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Annular Technologies </a:t>
            </a:r>
            <a:endParaRPr lang="en-US" sz="5400" i="1" dirty="0">
              <a:ln>
                <a:solidFill>
                  <a:srgbClr val="00B0F0"/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About Our Company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21</TotalTime>
  <Words>6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等线</vt:lpstr>
      <vt:lpstr>Abadi</vt:lpstr>
      <vt:lpstr>Algerian</vt:lpstr>
      <vt:lpstr>Arial</vt:lpstr>
      <vt:lpstr>Calibri</vt:lpstr>
      <vt:lpstr>Posterama</vt:lpstr>
      <vt:lpstr>Posterama Text SemiBold</vt:lpstr>
      <vt:lpstr>Custom</vt:lpstr>
      <vt:lpstr>Annular Technologies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aathiraj</dc:creator>
  <cp:lastModifiedBy>Surya P</cp:lastModifiedBy>
  <cp:revision>2</cp:revision>
  <dcterms:created xsi:type="dcterms:W3CDTF">2026-03-17T14:43:06Z</dcterms:created>
  <dcterms:modified xsi:type="dcterms:W3CDTF">2026-03-17T15:04:45Z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