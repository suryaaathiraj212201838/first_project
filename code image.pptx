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92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4400"/>
    <a:srgbClr val="446992"/>
    <a:srgbClr val="AEC2D8"/>
    <a:srgbClr val="98432A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39" autoAdjust="0"/>
  </p:normalViewPr>
  <p:slideViewPr>
    <p:cSldViewPr snapToGrid="0" showGuides="1">
      <p:cViewPr varScale="1">
        <p:scale>
          <a:sx n="77" d="100"/>
          <a:sy n="77" d="100"/>
        </p:scale>
        <p:origin x="77" y="144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69" r:id="rId4"/>
    <p:sldLayoutId id="2147483655" r:id="rId5"/>
    <p:sldLayoutId id="2147483651" r:id="rId6"/>
    <p:sldLayoutId id="2147483662" r:id="rId7"/>
    <p:sldLayoutId id="2147483653" r:id="rId8"/>
    <p:sldLayoutId id="2147483663" r:id="rId9"/>
    <p:sldLayoutId id="2147483665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lIns="0" anchor="b" anchorCtr="0">
            <a:normAutofit/>
          </a:bodyPr>
          <a:lstStyle/>
          <a:p>
            <a:pPr algn="ctr"/>
            <a:r>
              <a:rPr lang="en-US" altLang="zh-CN" sz="5400" i="1" dirty="0">
                <a:ln>
                  <a:solidFill>
                    <a:srgbClr val="00B0F0"/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Annular Technologies </a:t>
            </a:r>
            <a:endParaRPr lang="en-US" sz="5400" i="1" dirty="0">
              <a:ln>
                <a:solidFill>
                  <a:srgbClr val="00B0F0"/>
                </a:solidFill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</p:spPr>
        <p:txBody>
          <a:bodyPr/>
          <a:lstStyle/>
          <a:p>
            <a:r>
              <a:rPr lang="en-US" dirty="0"/>
              <a:t>About Our Company</a:t>
            </a:r>
          </a:p>
        </p:txBody>
      </p:sp>
      <p:pic>
        <p:nvPicPr>
          <p:cNvPr id="20" name="Picture Placeholder 19" descr="Two people looking at a laptop at a table">
            <a:extLst>
              <a:ext uri="{FF2B5EF4-FFF2-40B4-BE49-F238E27FC236}">
                <a16:creationId xmlns:a16="http://schemas.microsoft.com/office/drawing/2014/main" id="{E83BB08F-E403-8715-0B24-AD9E4B72C80E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 l="23" r="23"/>
          <a:stretch/>
        </p:blipFill>
        <p:spPr>
          <a:xfrm>
            <a:off x="6742557" y="821836"/>
            <a:ext cx="4405503" cy="5066346"/>
          </a:xfr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4" id="{FA821E7E-D625-4DCD-A30E-3216B54C8383}" vid="{DE28BE6C-8054-44B2-A92D-A1CAFC256BD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897CAE-455D-42C9-A951-0C21BC1225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dark</Template>
  <TotalTime>17</TotalTime>
  <Words>6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等线</vt:lpstr>
      <vt:lpstr>Abadi</vt:lpstr>
      <vt:lpstr>Algerian</vt:lpstr>
      <vt:lpstr>Arial</vt:lpstr>
      <vt:lpstr>Calibri</vt:lpstr>
      <vt:lpstr>Posterama</vt:lpstr>
      <vt:lpstr>Posterama Text SemiBold</vt:lpstr>
      <vt:lpstr>Custom</vt:lpstr>
      <vt:lpstr>Annular Technologies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surya aathiraj</dc:creator>
  <cp:lastModifiedBy>Surya P</cp:lastModifiedBy>
  <cp:revision>2</cp:revision>
  <dcterms:created xsi:type="dcterms:W3CDTF">2026-03-17T14:43:06Z</dcterms:created>
  <dcterms:modified xsi:type="dcterms:W3CDTF">2026-03-17T15:00:48Z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